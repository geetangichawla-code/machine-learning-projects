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11"/>
  </p:notesMasterIdLst>
  <p:handoutMasterIdLst>
    <p:handoutMasterId r:id="rId12"/>
  </p:handout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-1666" y="-23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smtClean="0"/>
              <a:t>Sales Prediction data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77E0A3-F905-4912-929F-BC3505B8E17B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4B14B7-CD5F-4389-AB4B-DE979FEFB39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smtClean="0"/>
              <a:t>Sales Prediction data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E607F2-A12A-4BA2-85DD-5D745194831C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3322CB-F998-4C61-B726-CD3F36D8428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3322CB-F998-4C61-B726-CD3F36D84289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US" smtClean="0"/>
              <a:t>Sales Prediction data</a:t>
            </a:r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3322CB-F998-4C61-B726-CD3F36D84289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US" smtClean="0"/>
              <a:t>Sales Prediction data</a:t>
            </a:r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23214-4885-43FB-A6B0-54435F4AE0F9}" type="datetime1">
              <a:rPr lang="en-US" smtClean="0"/>
              <a:t>4/4/2026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geetangi</a:t>
            </a:r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3EFF6-A1DA-49A6-B6B0-579E1A8C78E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87446-0769-4B5C-98DB-2F55F0E84DB1}" type="datetime1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geetangi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3EFF6-A1DA-49A6-B6B0-579E1A8C78E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58FAE-EFD4-4EF6-8F9E-2FB29BF5BA89}" type="datetime1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geetangi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3EFF6-A1DA-49A6-B6B0-579E1A8C78E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1FAAA-38F0-40C7-9AC4-9D8613EFE952}" type="datetime1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geetangi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3EFF6-A1DA-49A6-B6B0-579E1A8C78E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8E974-834A-4126-A135-50F930F60B15}" type="datetime1">
              <a:rPr lang="en-US" smtClean="0"/>
              <a:t>4/4/2026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geetangi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3EFF6-A1DA-49A6-B6B0-579E1A8C78E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E5F99-40A0-460C-9820-2DD1D3C064D6}" type="datetime1">
              <a:rPr lang="en-US" smtClean="0"/>
              <a:t>4/4/2026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geetangi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3EFF6-A1DA-49A6-B6B0-579E1A8C78E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993C4-6850-44CE-9646-D9B49FFAD38E}" type="datetime1">
              <a:rPr lang="en-US" smtClean="0"/>
              <a:t>4/4/2026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geetangi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3EFF6-A1DA-49A6-B6B0-579E1A8C78E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BEA1A-8CDA-499E-A9A8-6EB7BE70A71C}" type="datetime1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geetangi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3EFF6-A1DA-49A6-B6B0-579E1A8C78E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3A024-274C-4A59-AE09-3CBC63C37F54}" type="datetime1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geetangi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66B3EFF6-A1DA-49A6-B6B0-579E1A8C78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03DF7-0F16-4AF5-94AE-B85E3F03F965}" type="datetime1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geetangi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3EFF6-A1DA-49A6-B6B0-579E1A8C78E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30972-7544-4C99-91E6-7F41C35E050A}" type="datetime1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geetangi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3EFF6-A1DA-49A6-B6B0-579E1A8C78E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C659A54C-DB28-4905-80E2-8AA69B4C0562}" type="datetime1">
              <a:rPr lang="en-US" smtClean="0"/>
              <a:t>4/4/2026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r>
              <a:rPr lang="en-US" smtClean="0"/>
              <a:t>By geetangi</a:t>
            </a:r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66B3EFF6-A1DA-49A6-B6B0-579E1A8C78E0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sldNum="0" hdr="0" dt="0"/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1484784"/>
            <a:ext cx="8280920" cy="3592175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4000" dirty="0" smtClean="0">
                <a:solidFill>
                  <a:schemeClr val="accent1">
                    <a:lumMod val="75000"/>
                  </a:schemeClr>
                </a:solidFill>
                <a:latin typeface="Arial Black" pitchFamily="34" charset="0"/>
              </a:rPr>
              <a:t>HERE ARE SOME INSIGHTS ON SALES PREDICTION DATA </a:t>
            </a:r>
            <a:endParaRPr lang="en-US" sz="4000" dirty="0">
              <a:solidFill>
                <a:schemeClr val="accent1">
                  <a:lumMod val="75000"/>
                </a:schemeClr>
              </a:solidFill>
              <a:latin typeface="Arial Black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</a:t>
            </a:r>
            <a:r>
              <a:rPr lang="en-US" dirty="0" err="1" smtClean="0"/>
              <a:t>geetangi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creenshot 2026-04-03 191819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51520" y="2132856"/>
            <a:ext cx="8532440" cy="432286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1560" y="548680"/>
            <a:ext cx="8064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The scatter plot between </a:t>
            </a:r>
            <a:r>
              <a:rPr lang="en-US" b="1" dirty="0" smtClean="0"/>
              <a:t>TV and Sales</a:t>
            </a:r>
            <a:r>
              <a:rPr lang="en-US" dirty="0" smtClean="0"/>
              <a:t> shows a strong positive relationship, indicating that increased TV advertising leads to higher sales.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geetangi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1519" y="260649"/>
            <a:ext cx="84969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This indicates that the company invests more in TV as a marketing channel. Radio and Newspaper have relatively lower spending, suggesting they are less prioritized. This supports the analysis that TV plays a major role in influencing sales.</a:t>
            </a:r>
          </a:p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63688" y="1687371"/>
            <a:ext cx="5184576" cy="49134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geetangi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1484784"/>
            <a:ext cx="8280920" cy="4630876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4000" b="1" dirty="0" smtClean="0">
                <a:solidFill>
                  <a:schemeClr val="accent1">
                    <a:lumMod val="75000"/>
                  </a:schemeClr>
                </a:solidFill>
                <a:latin typeface="Arial Black" pitchFamily="34" charset="0"/>
              </a:rPr>
              <a:t>HERE ARE SOME INSIGHTS ON	</a:t>
            </a:r>
            <a:r>
              <a:rPr lang="en-US" sz="4000" b="1" dirty="0" smtClean="0">
                <a:solidFill>
                  <a:schemeClr val="accent1">
                    <a:lumMod val="75000"/>
                  </a:schemeClr>
                </a:solidFill>
                <a:latin typeface="Arial Black" pitchFamily="34" charset="0"/>
              </a:rPr>
              <a:t>FACEBOOK LIVE SELLERS DATASET</a:t>
            </a:r>
            <a:endParaRPr lang="en-US" sz="4000" b="1" dirty="0">
              <a:solidFill>
                <a:schemeClr val="accent1">
                  <a:lumMod val="75000"/>
                </a:schemeClr>
              </a:solidFill>
              <a:latin typeface="Arial Black" pitchFamily="34" charset="0"/>
            </a:endParaRPr>
          </a:p>
          <a:p>
            <a:pPr algn="ctr"/>
            <a:endParaRPr lang="en-US" sz="4000" b="1" dirty="0">
              <a:solidFill>
                <a:schemeClr val="accent1">
                  <a:lumMod val="75000"/>
                </a:schemeClr>
              </a:solidFill>
              <a:latin typeface="Arial Black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geetangi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556792"/>
            <a:ext cx="8287512" cy="4935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>
            <a:off x="2286000" y="548680"/>
            <a:ext cx="457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Showing </a:t>
            </a:r>
            <a:r>
              <a:rPr lang="en-US" b="1" dirty="0" smtClean="0"/>
              <a:t>which time of day gets more reactions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geetangi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1772816"/>
            <a:ext cx="7920881" cy="46777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>
            <a:off x="899592" y="980727"/>
            <a:ext cx="69127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This suggests that likes contribute significantly to overall reactions, while comments and shares have a lesser but still positive impact.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geetangi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ChangeArrowheads="1"/>
          </p:cNvSpPr>
          <p:nvPr/>
        </p:nvSpPr>
        <p:spPr bwMode="auto">
          <a:xfrm>
            <a:off x="179512" y="1124744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Videos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→ best for engagement (comments + shares)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Links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→ best for reactions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Photos &amp; Status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→ lower engagement </a:t>
            </a:r>
          </a:p>
        </p:txBody>
      </p:sp>
      <p:pic>
        <p:nvPicPr>
          <p:cNvPr id="3" name="Picture 2" descr="Screenshot 2026-04-03 205329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9512" y="2636912"/>
            <a:ext cx="8748464" cy="1763849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geetangi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0" y="188640"/>
            <a:ext cx="473427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P</a:t>
            </a:r>
            <a:r>
              <a:rPr lang="en-US" dirty="0" smtClean="0"/>
              <a:t>osts are divided into </a:t>
            </a:r>
            <a:r>
              <a:rPr lang="en-US" b="1" dirty="0" smtClean="0"/>
              <a:t>high, medium, and low engagement groups through Cluster 1 , Cluster 2 , Cluster 3</a:t>
            </a:r>
            <a:endParaRPr lang="en-US" dirty="0"/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1268760"/>
            <a:ext cx="8460432" cy="5123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geetangi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1844824"/>
            <a:ext cx="7482853" cy="47488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1115616" y="1268760"/>
            <a:ext cx="705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Year Wise status published found posts funny or angry 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geetangi</a:t>
            </a:r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150</TotalTime>
  <Words>185</Words>
  <Application>Microsoft Office PowerPoint</Application>
  <PresentationFormat>On-screen Show (4:3)</PresentationFormat>
  <Paragraphs>24</Paragraphs>
  <Slides>9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Flow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Dell</dc:creator>
  <cp:lastModifiedBy>Dell</cp:lastModifiedBy>
  <cp:revision>13</cp:revision>
  <dcterms:created xsi:type="dcterms:W3CDTF">2026-04-03T13:27:50Z</dcterms:created>
  <dcterms:modified xsi:type="dcterms:W3CDTF">2026-04-04T11:55:30Z</dcterms:modified>
</cp:coreProperties>
</file>